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19789A6-71C5-4B39-A4D0-9EDDFE5C47D4}" v="4" dt="2026-02-08T19:29:07.5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45" d="100"/>
          <a:sy n="145" d="100"/>
        </p:scale>
        <p:origin x="1080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ssio Mordini" userId="a700d346bc9292c8" providerId="LiveId" clId="{6AD2EE95-8A51-49C0-935C-C7B7C8CFE49F}"/>
    <pc:docChg chg="undo custSel delSld modSld">
      <pc:chgData name="Alessio Mordini" userId="a700d346bc9292c8" providerId="LiveId" clId="{6AD2EE95-8A51-49C0-935C-C7B7C8CFE49F}" dt="2026-02-08T19:37:38.129" v="162" actId="255"/>
      <pc:docMkLst>
        <pc:docMk/>
      </pc:docMkLst>
      <pc:sldChg chg="addSp modSp mod">
        <pc:chgData name="Alessio Mordini" userId="a700d346bc9292c8" providerId="LiveId" clId="{6AD2EE95-8A51-49C0-935C-C7B7C8CFE49F}" dt="2026-02-08T19:29:37.481" v="112" actId="255"/>
        <pc:sldMkLst>
          <pc:docMk/>
          <pc:sldMk cId="0" sldId="256"/>
        </pc:sldMkLst>
        <pc:spChg chg="mod">
          <ac:chgData name="Alessio Mordini" userId="a700d346bc9292c8" providerId="LiveId" clId="{6AD2EE95-8A51-49C0-935C-C7B7C8CFE49F}" dt="2026-02-08T19:28:59.839" v="50"/>
          <ac:spMkLst>
            <pc:docMk/>
            <pc:sldMk cId="0" sldId="256"/>
            <ac:spMk id="3" creationId="{00000000-0000-0000-0000-000000000000}"/>
          </ac:spMkLst>
        </pc:spChg>
        <pc:spChg chg="add mod">
          <ac:chgData name="Alessio Mordini" userId="a700d346bc9292c8" providerId="LiveId" clId="{6AD2EE95-8A51-49C0-935C-C7B7C8CFE49F}" dt="2026-02-08T19:29:37.481" v="112" actId="255"/>
          <ac:spMkLst>
            <pc:docMk/>
            <pc:sldMk cId="0" sldId="256"/>
            <ac:spMk id="4" creationId="{52656937-2488-9534-9B0C-FFB8608117F6}"/>
          </ac:spMkLst>
        </pc:spChg>
      </pc:sldChg>
      <pc:sldChg chg="addSp delSp modSp mod setBg">
        <pc:chgData name="Alessio Mordini" userId="a700d346bc9292c8" providerId="LiveId" clId="{6AD2EE95-8A51-49C0-935C-C7B7C8CFE49F}" dt="2026-02-08T19:32:59.440" v="115" actId="26606"/>
        <pc:sldMkLst>
          <pc:docMk/>
          <pc:sldMk cId="0" sldId="257"/>
        </pc:sldMkLst>
        <pc:spChg chg="mod">
          <ac:chgData name="Alessio Mordini" userId="a700d346bc9292c8" providerId="LiveId" clId="{6AD2EE95-8A51-49C0-935C-C7B7C8CFE49F}" dt="2026-02-08T19:32:59.440" v="115" actId="26606"/>
          <ac:spMkLst>
            <pc:docMk/>
            <pc:sldMk cId="0" sldId="257"/>
            <ac:spMk id="2" creationId="{00000000-0000-0000-0000-000000000000}"/>
          </ac:spMkLst>
        </pc:spChg>
        <pc:spChg chg="mod">
          <ac:chgData name="Alessio Mordini" userId="a700d346bc9292c8" providerId="LiveId" clId="{6AD2EE95-8A51-49C0-935C-C7B7C8CFE49F}" dt="2026-02-08T19:32:59.440" v="115" actId="26606"/>
          <ac:spMkLst>
            <pc:docMk/>
            <pc:sldMk cId="0" sldId="257"/>
            <ac:spMk id="3" creationId="{00000000-0000-0000-0000-000000000000}"/>
          </ac:spMkLst>
        </pc:spChg>
        <pc:spChg chg="add">
          <ac:chgData name="Alessio Mordini" userId="a700d346bc9292c8" providerId="LiveId" clId="{6AD2EE95-8A51-49C0-935C-C7B7C8CFE49F}" dt="2026-02-08T19:32:59.440" v="115" actId="26606"/>
          <ac:spMkLst>
            <pc:docMk/>
            <pc:sldMk cId="0" sldId="257"/>
            <ac:spMk id="5" creationId="{907EF6B7-1338-4443-8C46-6A318D952DFD}"/>
          </ac:spMkLst>
        </pc:spChg>
        <pc:spChg chg="add">
          <ac:chgData name="Alessio Mordini" userId="a700d346bc9292c8" providerId="LiveId" clId="{6AD2EE95-8A51-49C0-935C-C7B7C8CFE49F}" dt="2026-02-08T19:32:59.440" v="115" actId="26606"/>
          <ac:spMkLst>
            <pc:docMk/>
            <pc:sldMk cId="0" sldId="257"/>
            <ac:spMk id="6" creationId="{DAAE4CDD-124C-4DCF-9584-B6033B545DD5}"/>
          </ac:spMkLst>
        </pc:spChg>
        <pc:spChg chg="add">
          <ac:chgData name="Alessio Mordini" userId="a700d346bc9292c8" providerId="LiveId" clId="{6AD2EE95-8A51-49C0-935C-C7B7C8CFE49F}" dt="2026-02-08T19:32:59.440" v="115" actId="26606"/>
          <ac:spMkLst>
            <pc:docMk/>
            <pc:sldMk cId="0" sldId="257"/>
            <ac:spMk id="7" creationId="{081E4A58-353D-44AE-B2FC-2A74E2E400F7}"/>
          </ac:spMkLst>
        </pc:spChg>
        <pc:spChg chg="add del">
          <ac:chgData name="Alessio Mordini" userId="a700d346bc9292c8" providerId="LiveId" clId="{6AD2EE95-8A51-49C0-935C-C7B7C8CFE49F}" dt="2026-02-08T19:32:51.273" v="114" actId="26606"/>
          <ac:spMkLst>
            <pc:docMk/>
            <pc:sldMk cId="0" sldId="257"/>
            <ac:spMk id="8" creationId="{907EF6B7-1338-4443-8C46-6A318D952DFD}"/>
          </ac:spMkLst>
        </pc:spChg>
        <pc:spChg chg="add del">
          <ac:chgData name="Alessio Mordini" userId="a700d346bc9292c8" providerId="LiveId" clId="{6AD2EE95-8A51-49C0-935C-C7B7C8CFE49F}" dt="2026-02-08T19:32:51.273" v="114" actId="26606"/>
          <ac:spMkLst>
            <pc:docMk/>
            <pc:sldMk cId="0" sldId="257"/>
            <ac:spMk id="10" creationId="{DAAE4CDD-124C-4DCF-9584-B6033B545DD5}"/>
          </ac:spMkLst>
        </pc:spChg>
        <pc:spChg chg="add del">
          <ac:chgData name="Alessio Mordini" userId="a700d346bc9292c8" providerId="LiveId" clId="{6AD2EE95-8A51-49C0-935C-C7B7C8CFE49F}" dt="2026-02-08T19:32:51.273" v="114" actId="26606"/>
          <ac:spMkLst>
            <pc:docMk/>
            <pc:sldMk cId="0" sldId="257"/>
            <ac:spMk id="12" creationId="{081E4A58-353D-44AE-B2FC-2A74E2E400F7}"/>
          </ac:spMkLst>
        </pc:spChg>
      </pc:sldChg>
      <pc:sldChg chg="addSp modSp mod setBg">
        <pc:chgData name="Alessio Mordini" userId="a700d346bc9292c8" providerId="LiveId" clId="{6AD2EE95-8A51-49C0-935C-C7B7C8CFE49F}" dt="2026-02-08T19:33:24.509" v="117" actId="255"/>
        <pc:sldMkLst>
          <pc:docMk/>
          <pc:sldMk cId="0" sldId="258"/>
        </pc:sldMkLst>
        <pc:spChg chg="mod">
          <ac:chgData name="Alessio Mordini" userId="a700d346bc9292c8" providerId="LiveId" clId="{6AD2EE95-8A51-49C0-935C-C7B7C8CFE49F}" dt="2026-02-08T19:33:24.509" v="117" actId="255"/>
          <ac:spMkLst>
            <pc:docMk/>
            <pc:sldMk cId="0" sldId="258"/>
            <ac:spMk id="2" creationId="{00000000-0000-0000-0000-000000000000}"/>
          </ac:spMkLst>
        </pc:spChg>
        <pc:spChg chg="mod">
          <ac:chgData name="Alessio Mordini" userId="a700d346bc9292c8" providerId="LiveId" clId="{6AD2EE95-8A51-49C0-935C-C7B7C8CFE49F}" dt="2026-02-08T19:33:05.075" v="116" actId="26606"/>
          <ac:spMkLst>
            <pc:docMk/>
            <pc:sldMk cId="0" sldId="258"/>
            <ac:spMk id="3" creationId="{00000000-0000-0000-0000-000000000000}"/>
          </ac:spMkLst>
        </pc:spChg>
        <pc:spChg chg="add">
          <ac:chgData name="Alessio Mordini" userId="a700d346bc9292c8" providerId="LiveId" clId="{6AD2EE95-8A51-49C0-935C-C7B7C8CFE49F}" dt="2026-02-08T19:33:05.075" v="116" actId="26606"/>
          <ac:spMkLst>
            <pc:docMk/>
            <pc:sldMk cId="0" sldId="258"/>
            <ac:spMk id="8" creationId="{907EF6B7-1338-4443-8C46-6A318D952DFD}"/>
          </ac:spMkLst>
        </pc:spChg>
        <pc:spChg chg="add">
          <ac:chgData name="Alessio Mordini" userId="a700d346bc9292c8" providerId="LiveId" clId="{6AD2EE95-8A51-49C0-935C-C7B7C8CFE49F}" dt="2026-02-08T19:33:05.075" v="116" actId="26606"/>
          <ac:spMkLst>
            <pc:docMk/>
            <pc:sldMk cId="0" sldId="258"/>
            <ac:spMk id="10" creationId="{DAAE4CDD-124C-4DCF-9584-B6033B545DD5}"/>
          </ac:spMkLst>
        </pc:spChg>
        <pc:spChg chg="add">
          <ac:chgData name="Alessio Mordini" userId="a700d346bc9292c8" providerId="LiveId" clId="{6AD2EE95-8A51-49C0-935C-C7B7C8CFE49F}" dt="2026-02-08T19:33:05.075" v="116" actId="26606"/>
          <ac:spMkLst>
            <pc:docMk/>
            <pc:sldMk cId="0" sldId="258"/>
            <ac:spMk id="12" creationId="{081E4A58-353D-44AE-B2FC-2A74E2E400F7}"/>
          </ac:spMkLst>
        </pc:spChg>
      </pc:sldChg>
      <pc:sldChg chg="addSp modSp mod setBg">
        <pc:chgData name="Alessio Mordini" userId="a700d346bc9292c8" providerId="LiveId" clId="{6AD2EE95-8A51-49C0-935C-C7B7C8CFE49F}" dt="2026-02-08T19:33:38.719" v="119" actId="255"/>
        <pc:sldMkLst>
          <pc:docMk/>
          <pc:sldMk cId="0" sldId="259"/>
        </pc:sldMkLst>
        <pc:spChg chg="mod">
          <ac:chgData name="Alessio Mordini" userId="a700d346bc9292c8" providerId="LiveId" clId="{6AD2EE95-8A51-49C0-935C-C7B7C8CFE49F}" dt="2026-02-08T19:33:38.719" v="119" actId="255"/>
          <ac:spMkLst>
            <pc:docMk/>
            <pc:sldMk cId="0" sldId="259"/>
            <ac:spMk id="2" creationId="{00000000-0000-0000-0000-000000000000}"/>
          </ac:spMkLst>
        </pc:spChg>
        <pc:spChg chg="mod">
          <ac:chgData name="Alessio Mordini" userId="a700d346bc9292c8" providerId="LiveId" clId="{6AD2EE95-8A51-49C0-935C-C7B7C8CFE49F}" dt="2026-02-08T19:33:31.656" v="118" actId="26606"/>
          <ac:spMkLst>
            <pc:docMk/>
            <pc:sldMk cId="0" sldId="259"/>
            <ac:spMk id="3" creationId="{00000000-0000-0000-0000-000000000000}"/>
          </ac:spMkLst>
        </pc:spChg>
        <pc:spChg chg="add">
          <ac:chgData name="Alessio Mordini" userId="a700d346bc9292c8" providerId="LiveId" clId="{6AD2EE95-8A51-49C0-935C-C7B7C8CFE49F}" dt="2026-02-08T19:33:31.656" v="118" actId="26606"/>
          <ac:spMkLst>
            <pc:docMk/>
            <pc:sldMk cId="0" sldId="259"/>
            <ac:spMk id="8" creationId="{907EF6B7-1338-4443-8C46-6A318D952DFD}"/>
          </ac:spMkLst>
        </pc:spChg>
        <pc:spChg chg="add">
          <ac:chgData name="Alessio Mordini" userId="a700d346bc9292c8" providerId="LiveId" clId="{6AD2EE95-8A51-49C0-935C-C7B7C8CFE49F}" dt="2026-02-08T19:33:31.656" v="118" actId="26606"/>
          <ac:spMkLst>
            <pc:docMk/>
            <pc:sldMk cId="0" sldId="259"/>
            <ac:spMk id="10" creationId="{DAAE4CDD-124C-4DCF-9584-B6033B545DD5}"/>
          </ac:spMkLst>
        </pc:spChg>
        <pc:spChg chg="add">
          <ac:chgData name="Alessio Mordini" userId="a700d346bc9292c8" providerId="LiveId" clId="{6AD2EE95-8A51-49C0-935C-C7B7C8CFE49F}" dt="2026-02-08T19:33:31.656" v="118" actId="26606"/>
          <ac:spMkLst>
            <pc:docMk/>
            <pc:sldMk cId="0" sldId="259"/>
            <ac:spMk id="12" creationId="{081E4A58-353D-44AE-B2FC-2A74E2E400F7}"/>
          </ac:spMkLst>
        </pc:spChg>
      </pc:sldChg>
      <pc:sldChg chg="del">
        <pc:chgData name="Alessio Mordini" userId="a700d346bc9292c8" providerId="LiveId" clId="{6AD2EE95-8A51-49C0-935C-C7B7C8CFE49F}" dt="2026-02-08T19:23:53.048" v="48" actId="2696"/>
        <pc:sldMkLst>
          <pc:docMk/>
          <pc:sldMk cId="0" sldId="260"/>
        </pc:sldMkLst>
      </pc:sldChg>
      <pc:sldChg chg="addSp modSp mod setBg">
        <pc:chgData name="Alessio Mordini" userId="a700d346bc9292c8" providerId="LiveId" clId="{6AD2EE95-8A51-49C0-935C-C7B7C8CFE49F}" dt="2026-02-08T19:35:03.544" v="134" actId="255"/>
        <pc:sldMkLst>
          <pc:docMk/>
          <pc:sldMk cId="0" sldId="261"/>
        </pc:sldMkLst>
        <pc:spChg chg="mod">
          <ac:chgData name="Alessio Mordini" userId="a700d346bc9292c8" providerId="LiveId" clId="{6AD2EE95-8A51-49C0-935C-C7B7C8CFE49F}" dt="2026-02-08T19:35:03.544" v="134" actId="255"/>
          <ac:spMkLst>
            <pc:docMk/>
            <pc:sldMk cId="0" sldId="261"/>
            <ac:spMk id="2" creationId="{00000000-0000-0000-0000-000000000000}"/>
          </ac:spMkLst>
        </pc:spChg>
        <pc:spChg chg="mod">
          <ac:chgData name="Alessio Mordini" userId="a700d346bc9292c8" providerId="LiveId" clId="{6AD2EE95-8A51-49C0-935C-C7B7C8CFE49F}" dt="2026-02-08T19:33:52.777" v="120" actId="26606"/>
          <ac:spMkLst>
            <pc:docMk/>
            <pc:sldMk cId="0" sldId="261"/>
            <ac:spMk id="3" creationId="{00000000-0000-0000-0000-000000000000}"/>
          </ac:spMkLst>
        </pc:spChg>
        <pc:spChg chg="add">
          <ac:chgData name="Alessio Mordini" userId="a700d346bc9292c8" providerId="LiveId" clId="{6AD2EE95-8A51-49C0-935C-C7B7C8CFE49F}" dt="2026-02-08T19:33:52.777" v="120" actId="26606"/>
          <ac:spMkLst>
            <pc:docMk/>
            <pc:sldMk cId="0" sldId="261"/>
            <ac:spMk id="8" creationId="{907EF6B7-1338-4443-8C46-6A318D952DFD}"/>
          </ac:spMkLst>
        </pc:spChg>
        <pc:spChg chg="add">
          <ac:chgData name="Alessio Mordini" userId="a700d346bc9292c8" providerId="LiveId" clId="{6AD2EE95-8A51-49C0-935C-C7B7C8CFE49F}" dt="2026-02-08T19:33:52.777" v="120" actId="26606"/>
          <ac:spMkLst>
            <pc:docMk/>
            <pc:sldMk cId="0" sldId="261"/>
            <ac:spMk id="10" creationId="{DAAE4CDD-124C-4DCF-9584-B6033B545DD5}"/>
          </ac:spMkLst>
        </pc:spChg>
        <pc:spChg chg="add">
          <ac:chgData name="Alessio Mordini" userId="a700d346bc9292c8" providerId="LiveId" clId="{6AD2EE95-8A51-49C0-935C-C7B7C8CFE49F}" dt="2026-02-08T19:33:52.777" v="120" actId="26606"/>
          <ac:spMkLst>
            <pc:docMk/>
            <pc:sldMk cId="0" sldId="261"/>
            <ac:spMk id="12" creationId="{081E4A58-353D-44AE-B2FC-2A74E2E400F7}"/>
          </ac:spMkLst>
        </pc:spChg>
      </pc:sldChg>
      <pc:sldChg chg="addSp modSp mod setBg">
        <pc:chgData name="Alessio Mordini" userId="a700d346bc9292c8" providerId="LiveId" clId="{6AD2EE95-8A51-49C0-935C-C7B7C8CFE49F}" dt="2026-02-08T19:34:31.555" v="129" actId="255"/>
        <pc:sldMkLst>
          <pc:docMk/>
          <pc:sldMk cId="0" sldId="262"/>
        </pc:sldMkLst>
        <pc:spChg chg="mod">
          <ac:chgData name="Alessio Mordini" userId="a700d346bc9292c8" providerId="LiveId" clId="{6AD2EE95-8A51-49C0-935C-C7B7C8CFE49F}" dt="2026-02-08T19:34:31.555" v="129" actId="255"/>
          <ac:spMkLst>
            <pc:docMk/>
            <pc:sldMk cId="0" sldId="262"/>
            <ac:spMk id="2" creationId="{00000000-0000-0000-0000-000000000000}"/>
          </ac:spMkLst>
        </pc:spChg>
        <pc:spChg chg="mod">
          <ac:chgData name="Alessio Mordini" userId="a700d346bc9292c8" providerId="LiveId" clId="{6AD2EE95-8A51-49C0-935C-C7B7C8CFE49F}" dt="2026-02-08T19:34:18.079" v="125" actId="26606"/>
          <ac:spMkLst>
            <pc:docMk/>
            <pc:sldMk cId="0" sldId="262"/>
            <ac:spMk id="3" creationId="{00000000-0000-0000-0000-000000000000}"/>
          </ac:spMkLst>
        </pc:spChg>
        <pc:spChg chg="add">
          <ac:chgData name="Alessio Mordini" userId="a700d346bc9292c8" providerId="LiveId" clId="{6AD2EE95-8A51-49C0-935C-C7B7C8CFE49F}" dt="2026-02-08T19:34:18.079" v="125" actId="26606"/>
          <ac:spMkLst>
            <pc:docMk/>
            <pc:sldMk cId="0" sldId="262"/>
            <ac:spMk id="8" creationId="{907EF6B7-1338-4443-8C46-6A318D952DFD}"/>
          </ac:spMkLst>
        </pc:spChg>
        <pc:spChg chg="add">
          <ac:chgData name="Alessio Mordini" userId="a700d346bc9292c8" providerId="LiveId" clId="{6AD2EE95-8A51-49C0-935C-C7B7C8CFE49F}" dt="2026-02-08T19:34:18.079" v="125" actId="26606"/>
          <ac:spMkLst>
            <pc:docMk/>
            <pc:sldMk cId="0" sldId="262"/>
            <ac:spMk id="10" creationId="{DAAE4CDD-124C-4DCF-9584-B6033B545DD5}"/>
          </ac:spMkLst>
        </pc:spChg>
        <pc:spChg chg="add">
          <ac:chgData name="Alessio Mordini" userId="a700d346bc9292c8" providerId="LiveId" clId="{6AD2EE95-8A51-49C0-935C-C7B7C8CFE49F}" dt="2026-02-08T19:34:18.079" v="125" actId="26606"/>
          <ac:spMkLst>
            <pc:docMk/>
            <pc:sldMk cId="0" sldId="262"/>
            <ac:spMk id="12" creationId="{081E4A58-353D-44AE-B2FC-2A74E2E400F7}"/>
          </ac:spMkLst>
        </pc:spChg>
      </pc:sldChg>
      <pc:sldChg chg="addSp modSp mod setBg">
        <pc:chgData name="Alessio Mordini" userId="a700d346bc9292c8" providerId="LiveId" clId="{6AD2EE95-8A51-49C0-935C-C7B7C8CFE49F}" dt="2026-02-08T19:35:28.131" v="137" actId="255"/>
        <pc:sldMkLst>
          <pc:docMk/>
          <pc:sldMk cId="0" sldId="263"/>
        </pc:sldMkLst>
        <pc:spChg chg="mod">
          <ac:chgData name="Alessio Mordini" userId="a700d346bc9292c8" providerId="LiveId" clId="{6AD2EE95-8A51-49C0-935C-C7B7C8CFE49F}" dt="2026-02-08T19:35:28.131" v="137" actId="255"/>
          <ac:spMkLst>
            <pc:docMk/>
            <pc:sldMk cId="0" sldId="263"/>
            <ac:spMk id="2" creationId="{00000000-0000-0000-0000-000000000000}"/>
          </ac:spMkLst>
        </pc:spChg>
        <pc:spChg chg="mod">
          <ac:chgData name="Alessio Mordini" userId="a700d346bc9292c8" providerId="LiveId" clId="{6AD2EE95-8A51-49C0-935C-C7B7C8CFE49F}" dt="2026-02-08T19:35:13.173" v="135" actId="26606"/>
          <ac:spMkLst>
            <pc:docMk/>
            <pc:sldMk cId="0" sldId="263"/>
            <ac:spMk id="3" creationId="{00000000-0000-0000-0000-000000000000}"/>
          </ac:spMkLst>
        </pc:spChg>
        <pc:spChg chg="add">
          <ac:chgData name="Alessio Mordini" userId="a700d346bc9292c8" providerId="LiveId" clId="{6AD2EE95-8A51-49C0-935C-C7B7C8CFE49F}" dt="2026-02-08T19:35:13.173" v="135" actId="26606"/>
          <ac:spMkLst>
            <pc:docMk/>
            <pc:sldMk cId="0" sldId="263"/>
            <ac:spMk id="8" creationId="{907EF6B7-1338-4443-8C46-6A318D952DFD}"/>
          </ac:spMkLst>
        </pc:spChg>
        <pc:spChg chg="add">
          <ac:chgData name="Alessio Mordini" userId="a700d346bc9292c8" providerId="LiveId" clId="{6AD2EE95-8A51-49C0-935C-C7B7C8CFE49F}" dt="2026-02-08T19:35:13.173" v="135" actId="26606"/>
          <ac:spMkLst>
            <pc:docMk/>
            <pc:sldMk cId="0" sldId="263"/>
            <ac:spMk id="10" creationId="{DAAE4CDD-124C-4DCF-9584-B6033B545DD5}"/>
          </ac:spMkLst>
        </pc:spChg>
        <pc:spChg chg="add">
          <ac:chgData name="Alessio Mordini" userId="a700d346bc9292c8" providerId="LiveId" clId="{6AD2EE95-8A51-49C0-935C-C7B7C8CFE49F}" dt="2026-02-08T19:35:13.173" v="135" actId="26606"/>
          <ac:spMkLst>
            <pc:docMk/>
            <pc:sldMk cId="0" sldId="263"/>
            <ac:spMk id="12" creationId="{081E4A58-353D-44AE-B2FC-2A74E2E400F7}"/>
          </ac:spMkLst>
        </pc:spChg>
      </pc:sldChg>
      <pc:sldChg chg="addSp modSp mod setBg">
        <pc:chgData name="Alessio Mordini" userId="a700d346bc9292c8" providerId="LiveId" clId="{6AD2EE95-8A51-49C0-935C-C7B7C8CFE49F}" dt="2026-02-08T19:35:38.857" v="139" actId="255"/>
        <pc:sldMkLst>
          <pc:docMk/>
          <pc:sldMk cId="0" sldId="264"/>
        </pc:sldMkLst>
        <pc:spChg chg="mod">
          <ac:chgData name="Alessio Mordini" userId="a700d346bc9292c8" providerId="LiveId" clId="{6AD2EE95-8A51-49C0-935C-C7B7C8CFE49F}" dt="2026-02-08T19:35:38.857" v="139" actId="255"/>
          <ac:spMkLst>
            <pc:docMk/>
            <pc:sldMk cId="0" sldId="264"/>
            <ac:spMk id="2" creationId="{00000000-0000-0000-0000-000000000000}"/>
          </ac:spMkLst>
        </pc:spChg>
        <pc:spChg chg="mod">
          <ac:chgData name="Alessio Mordini" userId="a700d346bc9292c8" providerId="LiveId" clId="{6AD2EE95-8A51-49C0-935C-C7B7C8CFE49F}" dt="2026-02-08T19:35:33.995" v="138" actId="26606"/>
          <ac:spMkLst>
            <pc:docMk/>
            <pc:sldMk cId="0" sldId="264"/>
            <ac:spMk id="3" creationId="{00000000-0000-0000-0000-000000000000}"/>
          </ac:spMkLst>
        </pc:spChg>
        <pc:spChg chg="add">
          <ac:chgData name="Alessio Mordini" userId="a700d346bc9292c8" providerId="LiveId" clId="{6AD2EE95-8A51-49C0-935C-C7B7C8CFE49F}" dt="2026-02-08T19:35:33.995" v="138" actId="26606"/>
          <ac:spMkLst>
            <pc:docMk/>
            <pc:sldMk cId="0" sldId="264"/>
            <ac:spMk id="8" creationId="{907EF6B7-1338-4443-8C46-6A318D952DFD}"/>
          </ac:spMkLst>
        </pc:spChg>
        <pc:spChg chg="add">
          <ac:chgData name="Alessio Mordini" userId="a700d346bc9292c8" providerId="LiveId" clId="{6AD2EE95-8A51-49C0-935C-C7B7C8CFE49F}" dt="2026-02-08T19:35:33.995" v="138" actId="26606"/>
          <ac:spMkLst>
            <pc:docMk/>
            <pc:sldMk cId="0" sldId="264"/>
            <ac:spMk id="10" creationId="{DAAE4CDD-124C-4DCF-9584-B6033B545DD5}"/>
          </ac:spMkLst>
        </pc:spChg>
        <pc:spChg chg="add">
          <ac:chgData name="Alessio Mordini" userId="a700d346bc9292c8" providerId="LiveId" clId="{6AD2EE95-8A51-49C0-935C-C7B7C8CFE49F}" dt="2026-02-08T19:35:33.995" v="138" actId="26606"/>
          <ac:spMkLst>
            <pc:docMk/>
            <pc:sldMk cId="0" sldId="264"/>
            <ac:spMk id="12" creationId="{081E4A58-353D-44AE-B2FC-2A74E2E400F7}"/>
          </ac:spMkLst>
        </pc:spChg>
      </pc:sldChg>
      <pc:sldChg chg="addSp modSp mod setBg">
        <pc:chgData name="Alessio Mordini" userId="a700d346bc9292c8" providerId="LiveId" clId="{6AD2EE95-8A51-49C0-935C-C7B7C8CFE49F}" dt="2026-02-08T19:35:48.131" v="141" actId="255"/>
        <pc:sldMkLst>
          <pc:docMk/>
          <pc:sldMk cId="0" sldId="265"/>
        </pc:sldMkLst>
        <pc:spChg chg="mod">
          <ac:chgData name="Alessio Mordini" userId="a700d346bc9292c8" providerId="LiveId" clId="{6AD2EE95-8A51-49C0-935C-C7B7C8CFE49F}" dt="2026-02-08T19:35:48.131" v="141" actId="255"/>
          <ac:spMkLst>
            <pc:docMk/>
            <pc:sldMk cId="0" sldId="265"/>
            <ac:spMk id="2" creationId="{00000000-0000-0000-0000-000000000000}"/>
          </ac:spMkLst>
        </pc:spChg>
        <pc:spChg chg="mod">
          <ac:chgData name="Alessio Mordini" userId="a700d346bc9292c8" providerId="LiveId" clId="{6AD2EE95-8A51-49C0-935C-C7B7C8CFE49F}" dt="2026-02-08T19:35:43.487" v="140" actId="26606"/>
          <ac:spMkLst>
            <pc:docMk/>
            <pc:sldMk cId="0" sldId="265"/>
            <ac:spMk id="3" creationId="{00000000-0000-0000-0000-000000000000}"/>
          </ac:spMkLst>
        </pc:spChg>
        <pc:spChg chg="add">
          <ac:chgData name="Alessio Mordini" userId="a700d346bc9292c8" providerId="LiveId" clId="{6AD2EE95-8A51-49C0-935C-C7B7C8CFE49F}" dt="2026-02-08T19:35:43.487" v="140" actId="26606"/>
          <ac:spMkLst>
            <pc:docMk/>
            <pc:sldMk cId="0" sldId="265"/>
            <ac:spMk id="8" creationId="{907EF6B7-1338-4443-8C46-6A318D952DFD}"/>
          </ac:spMkLst>
        </pc:spChg>
        <pc:spChg chg="add">
          <ac:chgData name="Alessio Mordini" userId="a700d346bc9292c8" providerId="LiveId" clId="{6AD2EE95-8A51-49C0-935C-C7B7C8CFE49F}" dt="2026-02-08T19:35:43.487" v="140" actId="26606"/>
          <ac:spMkLst>
            <pc:docMk/>
            <pc:sldMk cId="0" sldId="265"/>
            <ac:spMk id="10" creationId="{DAAE4CDD-124C-4DCF-9584-B6033B545DD5}"/>
          </ac:spMkLst>
        </pc:spChg>
        <pc:spChg chg="add">
          <ac:chgData name="Alessio Mordini" userId="a700d346bc9292c8" providerId="LiveId" clId="{6AD2EE95-8A51-49C0-935C-C7B7C8CFE49F}" dt="2026-02-08T19:35:43.487" v="140" actId="26606"/>
          <ac:spMkLst>
            <pc:docMk/>
            <pc:sldMk cId="0" sldId="265"/>
            <ac:spMk id="12" creationId="{081E4A58-353D-44AE-B2FC-2A74E2E400F7}"/>
          </ac:spMkLst>
        </pc:spChg>
      </pc:sldChg>
      <pc:sldChg chg="addSp modSp mod setBg">
        <pc:chgData name="Alessio Mordini" userId="a700d346bc9292c8" providerId="LiveId" clId="{6AD2EE95-8A51-49C0-935C-C7B7C8CFE49F}" dt="2026-02-08T19:36:03.065" v="143" actId="255"/>
        <pc:sldMkLst>
          <pc:docMk/>
          <pc:sldMk cId="0" sldId="266"/>
        </pc:sldMkLst>
        <pc:spChg chg="mod">
          <ac:chgData name="Alessio Mordini" userId="a700d346bc9292c8" providerId="LiveId" clId="{6AD2EE95-8A51-49C0-935C-C7B7C8CFE49F}" dt="2026-02-08T19:36:03.065" v="143" actId="255"/>
          <ac:spMkLst>
            <pc:docMk/>
            <pc:sldMk cId="0" sldId="266"/>
            <ac:spMk id="2" creationId="{00000000-0000-0000-0000-000000000000}"/>
          </ac:spMkLst>
        </pc:spChg>
        <pc:spChg chg="mod">
          <ac:chgData name="Alessio Mordini" userId="a700d346bc9292c8" providerId="LiveId" clId="{6AD2EE95-8A51-49C0-935C-C7B7C8CFE49F}" dt="2026-02-08T19:35:55.344" v="142" actId="26606"/>
          <ac:spMkLst>
            <pc:docMk/>
            <pc:sldMk cId="0" sldId="266"/>
            <ac:spMk id="3" creationId="{00000000-0000-0000-0000-000000000000}"/>
          </ac:spMkLst>
        </pc:spChg>
        <pc:spChg chg="add">
          <ac:chgData name="Alessio Mordini" userId="a700d346bc9292c8" providerId="LiveId" clId="{6AD2EE95-8A51-49C0-935C-C7B7C8CFE49F}" dt="2026-02-08T19:35:55.344" v="142" actId="26606"/>
          <ac:spMkLst>
            <pc:docMk/>
            <pc:sldMk cId="0" sldId="266"/>
            <ac:spMk id="8" creationId="{907EF6B7-1338-4443-8C46-6A318D952DFD}"/>
          </ac:spMkLst>
        </pc:spChg>
        <pc:spChg chg="add">
          <ac:chgData name="Alessio Mordini" userId="a700d346bc9292c8" providerId="LiveId" clId="{6AD2EE95-8A51-49C0-935C-C7B7C8CFE49F}" dt="2026-02-08T19:35:55.344" v="142" actId="26606"/>
          <ac:spMkLst>
            <pc:docMk/>
            <pc:sldMk cId="0" sldId="266"/>
            <ac:spMk id="10" creationId="{DAAE4CDD-124C-4DCF-9584-B6033B545DD5}"/>
          </ac:spMkLst>
        </pc:spChg>
        <pc:spChg chg="add">
          <ac:chgData name="Alessio Mordini" userId="a700d346bc9292c8" providerId="LiveId" clId="{6AD2EE95-8A51-49C0-935C-C7B7C8CFE49F}" dt="2026-02-08T19:35:55.344" v="142" actId="26606"/>
          <ac:spMkLst>
            <pc:docMk/>
            <pc:sldMk cId="0" sldId="266"/>
            <ac:spMk id="12" creationId="{081E4A58-353D-44AE-B2FC-2A74E2E400F7}"/>
          </ac:spMkLst>
        </pc:spChg>
      </pc:sldChg>
      <pc:sldChg chg="addSp modSp mod setBg">
        <pc:chgData name="Alessio Mordini" userId="a700d346bc9292c8" providerId="LiveId" clId="{6AD2EE95-8A51-49C0-935C-C7B7C8CFE49F}" dt="2026-02-08T19:36:37.796" v="149" actId="1076"/>
        <pc:sldMkLst>
          <pc:docMk/>
          <pc:sldMk cId="0" sldId="267"/>
        </pc:sldMkLst>
        <pc:spChg chg="mod">
          <ac:chgData name="Alessio Mordini" userId="a700d346bc9292c8" providerId="LiveId" clId="{6AD2EE95-8A51-49C0-935C-C7B7C8CFE49F}" dt="2026-02-08T19:36:16.243" v="146" actId="255"/>
          <ac:spMkLst>
            <pc:docMk/>
            <pc:sldMk cId="0" sldId="267"/>
            <ac:spMk id="2" creationId="{00000000-0000-0000-0000-000000000000}"/>
          </ac:spMkLst>
        </pc:spChg>
        <pc:spChg chg="mod">
          <ac:chgData name="Alessio Mordini" userId="a700d346bc9292c8" providerId="LiveId" clId="{6AD2EE95-8A51-49C0-935C-C7B7C8CFE49F}" dt="2026-02-08T19:36:32.481" v="148" actId="14100"/>
          <ac:spMkLst>
            <pc:docMk/>
            <pc:sldMk cId="0" sldId="267"/>
            <ac:spMk id="3" creationId="{00000000-0000-0000-0000-000000000000}"/>
          </ac:spMkLst>
        </pc:spChg>
        <pc:spChg chg="mod">
          <ac:chgData name="Alessio Mordini" userId="a700d346bc9292c8" providerId="LiveId" clId="{6AD2EE95-8A51-49C0-935C-C7B7C8CFE49F}" dt="2026-02-08T19:36:37.796" v="149" actId="1076"/>
          <ac:spMkLst>
            <pc:docMk/>
            <pc:sldMk cId="0" sldId="267"/>
            <ac:spMk id="4" creationId="{00000000-0000-0000-0000-000000000000}"/>
          </ac:spMkLst>
        </pc:spChg>
        <pc:spChg chg="add">
          <ac:chgData name="Alessio Mordini" userId="a700d346bc9292c8" providerId="LiveId" clId="{6AD2EE95-8A51-49C0-935C-C7B7C8CFE49F}" dt="2026-02-08T19:36:06.427" v="144" actId="26606"/>
          <ac:spMkLst>
            <pc:docMk/>
            <pc:sldMk cId="0" sldId="267"/>
            <ac:spMk id="9" creationId="{907EF6B7-1338-4443-8C46-6A318D952DFD}"/>
          </ac:spMkLst>
        </pc:spChg>
        <pc:spChg chg="add">
          <ac:chgData name="Alessio Mordini" userId="a700d346bc9292c8" providerId="LiveId" clId="{6AD2EE95-8A51-49C0-935C-C7B7C8CFE49F}" dt="2026-02-08T19:36:06.427" v="144" actId="26606"/>
          <ac:spMkLst>
            <pc:docMk/>
            <pc:sldMk cId="0" sldId="267"/>
            <ac:spMk id="11" creationId="{DAAE4CDD-124C-4DCF-9584-B6033B545DD5}"/>
          </ac:spMkLst>
        </pc:spChg>
        <pc:spChg chg="add">
          <ac:chgData name="Alessio Mordini" userId="a700d346bc9292c8" providerId="LiveId" clId="{6AD2EE95-8A51-49C0-935C-C7B7C8CFE49F}" dt="2026-02-08T19:36:06.427" v="144" actId="26606"/>
          <ac:spMkLst>
            <pc:docMk/>
            <pc:sldMk cId="0" sldId="267"/>
            <ac:spMk id="13" creationId="{081E4A58-353D-44AE-B2FC-2A74E2E400F7}"/>
          </ac:spMkLst>
        </pc:spChg>
      </pc:sldChg>
      <pc:sldChg chg="addSp modSp mod setBg">
        <pc:chgData name="Alessio Mordini" userId="a700d346bc9292c8" providerId="LiveId" clId="{6AD2EE95-8A51-49C0-935C-C7B7C8CFE49F}" dt="2026-02-08T19:36:49.412" v="151" actId="255"/>
        <pc:sldMkLst>
          <pc:docMk/>
          <pc:sldMk cId="0" sldId="268"/>
        </pc:sldMkLst>
        <pc:spChg chg="mod">
          <ac:chgData name="Alessio Mordini" userId="a700d346bc9292c8" providerId="LiveId" clId="{6AD2EE95-8A51-49C0-935C-C7B7C8CFE49F}" dt="2026-02-08T19:36:49.412" v="151" actId="255"/>
          <ac:spMkLst>
            <pc:docMk/>
            <pc:sldMk cId="0" sldId="268"/>
            <ac:spMk id="2" creationId="{00000000-0000-0000-0000-000000000000}"/>
          </ac:spMkLst>
        </pc:spChg>
        <pc:spChg chg="mod">
          <ac:chgData name="Alessio Mordini" userId="a700d346bc9292c8" providerId="LiveId" clId="{6AD2EE95-8A51-49C0-935C-C7B7C8CFE49F}" dt="2026-02-08T19:36:42.391" v="150" actId="26606"/>
          <ac:spMkLst>
            <pc:docMk/>
            <pc:sldMk cId="0" sldId="268"/>
            <ac:spMk id="3" creationId="{00000000-0000-0000-0000-000000000000}"/>
          </ac:spMkLst>
        </pc:spChg>
        <pc:spChg chg="add">
          <ac:chgData name="Alessio Mordini" userId="a700d346bc9292c8" providerId="LiveId" clId="{6AD2EE95-8A51-49C0-935C-C7B7C8CFE49F}" dt="2026-02-08T19:36:42.391" v="150" actId="26606"/>
          <ac:spMkLst>
            <pc:docMk/>
            <pc:sldMk cId="0" sldId="268"/>
            <ac:spMk id="8" creationId="{907EF6B7-1338-4443-8C46-6A318D952DFD}"/>
          </ac:spMkLst>
        </pc:spChg>
        <pc:spChg chg="add">
          <ac:chgData name="Alessio Mordini" userId="a700d346bc9292c8" providerId="LiveId" clId="{6AD2EE95-8A51-49C0-935C-C7B7C8CFE49F}" dt="2026-02-08T19:36:42.391" v="150" actId="26606"/>
          <ac:spMkLst>
            <pc:docMk/>
            <pc:sldMk cId="0" sldId="268"/>
            <ac:spMk id="10" creationId="{DAAE4CDD-124C-4DCF-9584-B6033B545DD5}"/>
          </ac:spMkLst>
        </pc:spChg>
        <pc:spChg chg="add">
          <ac:chgData name="Alessio Mordini" userId="a700d346bc9292c8" providerId="LiveId" clId="{6AD2EE95-8A51-49C0-935C-C7B7C8CFE49F}" dt="2026-02-08T19:36:42.391" v="150" actId="26606"/>
          <ac:spMkLst>
            <pc:docMk/>
            <pc:sldMk cId="0" sldId="268"/>
            <ac:spMk id="12" creationId="{081E4A58-353D-44AE-B2FC-2A74E2E400F7}"/>
          </ac:spMkLst>
        </pc:spChg>
      </pc:sldChg>
      <pc:sldChg chg="addSp modSp mod setBg">
        <pc:chgData name="Alessio Mordini" userId="a700d346bc9292c8" providerId="LiveId" clId="{6AD2EE95-8A51-49C0-935C-C7B7C8CFE49F}" dt="2026-02-08T19:36:56.687" v="153" actId="20577"/>
        <pc:sldMkLst>
          <pc:docMk/>
          <pc:sldMk cId="0" sldId="269"/>
        </pc:sldMkLst>
        <pc:spChg chg="mod">
          <ac:chgData name="Alessio Mordini" userId="a700d346bc9292c8" providerId="LiveId" clId="{6AD2EE95-8A51-49C0-935C-C7B7C8CFE49F}" dt="2026-02-08T19:36:56.687" v="153" actId="20577"/>
          <ac:spMkLst>
            <pc:docMk/>
            <pc:sldMk cId="0" sldId="269"/>
            <ac:spMk id="2" creationId="{00000000-0000-0000-0000-000000000000}"/>
          </ac:spMkLst>
        </pc:spChg>
        <pc:spChg chg="mod">
          <ac:chgData name="Alessio Mordini" userId="a700d346bc9292c8" providerId="LiveId" clId="{6AD2EE95-8A51-49C0-935C-C7B7C8CFE49F}" dt="2026-02-08T19:36:54.614" v="152" actId="26606"/>
          <ac:spMkLst>
            <pc:docMk/>
            <pc:sldMk cId="0" sldId="269"/>
            <ac:spMk id="3" creationId="{00000000-0000-0000-0000-000000000000}"/>
          </ac:spMkLst>
        </pc:spChg>
        <pc:spChg chg="add">
          <ac:chgData name="Alessio Mordini" userId="a700d346bc9292c8" providerId="LiveId" clId="{6AD2EE95-8A51-49C0-935C-C7B7C8CFE49F}" dt="2026-02-08T19:36:54.614" v="152" actId="26606"/>
          <ac:spMkLst>
            <pc:docMk/>
            <pc:sldMk cId="0" sldId="269"/>
            <ac:spMk id="8" creationId="{907EF6B7-1338-4443-8C46-6A318D952DFD}"/>
          </ac:spMkLst>
        </pc:spChg>
        <pc:spChg chg="add">
          <ac:chgData name="Alessio Mordini" userId="a700d346bc9292c8" providerId="LiveId" clId="{6AD2EE95-8A51-49C0-935C-C7B7C8CFE49F}" dt="2026-02-08T19:36:54.614" v="152" actId="26606"/>
          <ac:spMkLst>
            <pc:docMk/>
            <pc:sldMk cId="0" sldId="269"/>
            <ac:spMk id="10" creationId="{DAAE4CDD-124C-4DCF-9584-B6033B545DD5}"/>
          </ac:spMkLst>
        </pc:spChg>
        <pc:spChg chg="add">
          <ac:chgData name="Alessio Mordini" userId="a700d346bc9292c8" providerId="LiveId" clId="{6AD2EE95-8A51-49C0-935C-C7B7C8CFE49F}" dt="2026-02-08T19:36:54.614" v="152" actId="26606"/>
          <ac:spMkLst>
            <pc:docMk/>
            <pc:sldMk cId="0" sldId="269"/>
            <ac:spMk id="12" creationId="{081E4A58-353D-44AE-B2FC-2A74E2E400F7}"/>
          </ac:spMkLst>
        </pc:spChg>
      </pc:sldChg>
      <pc:sldChg chg="addSp modSp mod setBg">
        <pc:chgData name="Alessio Mordini" userId="a700d346bc9292c8" providerId="LiveId" clId="{6AD2EE95-8A51-49C0-935C-C7B7C8CFE49F}" dt="2026-02-08T19:37:18.144" v="158" actId="14100"/>
        <pc:sldMkLst>
          <pc:docMk/>
          <pc:sldMk cId="0" sldId="270"/>
        </pc:sldMkLst>
        <pc:spChg chg="mod">
          <ac:chgData name="Alessio Mordini" userId="a700d346bc9292c8" providerId="LiveId" clId="{6AD2EE95-8A51-49C0-935C-C7B7C8CFE49F}" dt="2026-02-08T19:37:18.144" v="158" actId="14100"/>
          <ac:spMkLst>
            <pc:docMk/>
            <pc:sldMk cId="0" sldId="270"/>
            <ac:spMk id="2" creationId="{00000000-0000-0000-0000-000000000000}"/>
          </ac:spMkLst>
        </pc:spChg>
        <pc:spChg chg="mod">
          <ac:chgData name="Alessio Mordini" userId="a700d346bc9292c8" providerId="LiveId" clId="{6AD2EE95-8A51-49C0-935C-C7B7C8CFE49F}" dt="2026-02-08T19:37:00.012" v="154" actId="26606"/>
          <ac:spMkLst>
            <pc:docMk/>
            <pc:sldMk cId="0" sldId="270"/>
            <ac:spMk id="3" creationId="{00000000-0000-0000-0000-000000000000}"/>
          </ac:spMkLst>
        </pc:spChg>
        <pc:spChg chg="add">
          <ac:chgData name="Alessio Mordini" userId="a700d346bc9292c8" providerId="LiveId" clId="{6AD2EE95-8A51-49C0-935C-C7B7C8CFE49F}" dt="2026-02-08T19:37:00.012" v="154" actId="26606"/>
          <ac:spMkLst>
            <pc:docMk/>
            <pc:sldMk cId="0" sldId="270"/>
            <ac:spMk id="8" creationId="{907EF6B7-1338-4443-8C46-6A318D952DFD}"/>
          </ac:spMkLst>
        </pc:spChg>
        <pc:spChg chg="add">
          <ac:chgData name="Alessio Mordini" userId="a700d346bc9292c8" providerId="LiveId" clId="{6AD2EE95-8A51-49C0-935C-C7B7C8CFE49F}" dt="2026-02-08T19:37:00.012" v="154" actId="26606"/>
          <ac:spMkLst>
            <pc:docMk/>
            <pc:sldMk cId="0" sldId="270"/>
            <ac:spMk id="10" creationId="{DAAE4CDD-124C-4DCF-9584-B6033B545DD5}"/>
          </ac:spMkLst>
        </pc:spChg>
        <pc:spChg chg="add">
          <ac:chgData name="Alessio Mordini" userId="a700d346bc9292c8" providerId="LiveId" clId="{6AD2EE95-8A51-49C0-935C-C7B7C8CFE49F}" dt="2026-02-08T19:37:00.012" v="154" actId="26606"/>
          <ac:spMkLst>
            <pc:docMk/>
            <pc:sldMk cId="0" sldId="270"/>
            <ac:spMk id="12" creationId="{081E4A58-353D-44AE-B2FC-2A74E2E400F7}"/>
          </ac:spMkLst>
        </pc:spChg>
      </pc:sldChg>
      <pc:sldChg chg="addSp modSp mod setBg">
        <pc:chgData name="Alessio Mordini" userId="a700d346bc9292c8" providerId="LiveId" clId="{6AD2EE95-8A51-49C0-935C-C7B7C8CFE49F}" dt="2026-02-08T19:37:29.537" v="160" actId="255"/>
        <pc:sldMkLst>
          <pc:docMk/>
          <pc:sldMk cId="0" sldId="271"/>
        </pc:sldMkLst>
        <pc:spChg chg="mod">
          <ac:chgData name="Alessio Mordini" userId="a700d346bc9292c8" providerId="LiveId" clId="{6AD2EE95-8A51-49C0-935C-C7B7C8CFE49F}" dt="2026-02-08T19:37:29.537" v="160" actId="255"/>
          <ac:spMkLst>
            <pc:docMk/>
            <pc:sldMk cId="0" sldId="271"/>
            <ac:spMk id="2" creationId="{00000000-0000-0000-0000-000000000000}"/>
          </ac:spMkLst>
        </pc:spChg>
        <pc:spChg chg="mod">
          <ac:chgData name="Alessio Mordini" userId="a700d346bc9292c8" providerId="LiveId" clId="{6AD2EE95-8A51-49C0-935C-C7B7C8CFE49F}" dt="2026-02-08T19:37:22.613" v="159" actId="26606"/>
          <ac:spMkLst>
            <pc:docMk/>
            <pc:sldMk cId="0" sldId="271"/>
            <ac:spMk id="3" creationId="{00000000-0000-0000-0000-000000000000}"/>
          </ac:spMkLst>
        </pc:spChg>
        <pc:spChg chg="mod">
          <ac:chgData name="Alessio Mordini" userId="a700d346bc9292c8" providerId="LiveId" clId="{6AD2EE95-8A51-49C0-935C-C7B7C8CFE49F}" dt="2026-02-08T19:37:22.613" v="159" actId="26606"/>
          <ac:spMkLst>
            <pc:docMk/>
            <pc:sldMk cId="0" sldId="271"/>
            <ac:spMk id="4" creationId="{00000000-0000-0000-0000-000000000000}"/>
          </ac:spMkLst>
        </pc:spChg>
        <pc:spChg chg="add">
          <ac:chgData name="Alessio Mordini" userId="a700d346bc9292c8" providerId="LiveId" clId="{6AD2EE95-8A51-49C0-935C-C7B7C8CFE49F}" dt="2026-02-08T19:37:22.613" v="159" actId="26606"/>
          <ac:spMkLst>
            <pc:docMk/>
            <pc:sldMk cId="0" sldId="271"/>
            <ac:spMk id="9" creationId="{907EF6B7-1338-4443-8C46-6A318D952DFD}"/>
          </ac:spMkLst>
        </pc:spChg>
        <pc:spChg chg="add">
          <ac:chgData name="Alessio Mordini" userId="a700d346bc9292c8" providerId="LiveId" clId="{6AD2EE95-8A51-49C0-935C-C7B7C8CFE49F}" dt="2026-02-08T19:37:22.613" v="159" actId="26606"/>
          <ac:spMkLst>
            <pc:docMk/>
            <pc:sldMk cId="0" sldId="271"/>
            <ac:spMk id="11" creationId="{DAAE4CDD-124C-4DCF-9584-B6033B545DD5}"/>
          </ac:spMkLst>
        </pc:spChg>
        <pc:spChg chg="add">
          <ac:chgData name="Alessio Mordini" userId="a700d346bc9292c8" providerId="LiveId" clId="{6AD2EE95-8A51-49C0-935C-C7B7C8CFE49F}" dt="2026-02-08T19:37:22.613" v="159" actId="26606"/>
          <ac:spMkLst>
            <pc:docMk/>
            <pc:sldMk cId="0" sldId="271"/>
            <ac:spMk id="13" creationId="{081E4A58-353D-44AE-B2FC-2A74E2E400F7}"/>
          </ac:spMkLst>
        </pc:spChg>
      </pc:sldChg>
      <pc:sldChg chg="addSp modSp mod setBg">
        <pc:chgData name="Alessio Mordini" userId="a700d346bc9292c8" providerId="LiveId" clId="{6AD2EE95-8A51-49C0-935C-C7B7C8CFE49F}" dt="2026-02-08T19:37:38.129" v="162" actId="255"/>
        <pc:sldMkLst>
          <pc:docMk/>
          <pc:sldMk cId="0" sldId="272"/>
        </pc:sldMkLst>
        <pc:spChg chg="mod">
          <ac:chgData name="Alessio Mordini" userId="a700d346bc9292c8" providerId="LiveId" clId="{6AD2EE95-8A51-49C0-935C-C7B7C8CFE49F}" dt="2026-02-08T19:37:38.129" v="162" actId="255"/>
          <ac:spMkLst>
            <pc:docMk/>
            <pc:sldMk cId="0" sldId="272"/>
            <ac:spMk id="2" creationId="{00000000-0000-0000-0000-000000000000}"/>
          </ac:spMkLst>
        </pc:spChg>
        <pc:spChg chg="mod">
          <ac:chgData name="Alessio Mordini" userId="a700d346bc9292c8" providerId="LiveId" clId="{6AD2EE95-8A51-49C0-935C-C7B7C8CFE49F}" dt="2026-02-08T19:37:33.586" v="161" actId="26606"/>
          <ac:spMkLst>
            <pc:docMk/>
            <pc:sldMk cId="0" sldId="272"/>
            <ac:spMk id="3" creationId="{00000000-0000-0000-0000-000000000000}"/>
          </ac:spMkLst>
        </pc:spChg>
        <pc:spChg chg="add">
          <ac:chgData name="Alessio Mordini" userId="a700d346bc9292c8" providerId="LiveId" clId="{6AD2EE95-8A51-49C0-935C-C7B7C8CFE49F}" dt="2026-02-08T19:37:33.586" v="161" actId="26606"/>
          <ac:spMkLst>
            <pc:docMk/>
            <pc:sldMk cId="0" sldId="272"/>
            <ac:spMk id="8" creationId="{907EF6B7-1338-4443-8C46-6A318D952DFD}"/>
          </ac:spMkLst>
        </pc:spChg>
        <pc:spChg chg="add">
          <ac:chgData name="Alessio Mordini" userId="a700d346bc9292c8" providerId="LiveId" clId="{6AD2EE95-8A51-49C0-935C-C7B7C8CFE49F}" dt="2026-02-08T19:37:33.586" v="161" actId="26606"/>
          <ac:spMkLst>
            <pc:docMk/>
            <pc:sldMk cId="0" sldId="272"/>
            <ac:spMk id="10" creationId="{DAAE4CDD-124C-4DCF-9584-B6033B545DD5}"/>
          </ac:spMkLst>
        </pc:spChg>
        <pc:spChg chg="add">
          <ac:chgData name="Alessio Mordini" userId="a700d346bc9292c8" providerId="LiveId" clId="{6AD2EE95-8A51-49C0-935C-C7B7C8CFE49F}" dt="2026-02-08T19:37:33.586" v="161" actId="26606"/>
          <ac:spMkLst>
            <pc:docMk/>
            <pc:sldMk cId="0" sldId="272"/>
            <ac:spMk id="12" creationId="{081E4A58-353D-44AE-B2FC-2A74E2E400F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1F4E79"/>
                </a:solidFill>
              </a:defRPr>
            </a:pPr>
            <a:r>
              <a:t>Sistema Avanzato di 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333333"/>
                </a:solidFill>
              </a:defRPr>
            </a:pPr>
            <a:r>
              <a:rPr dirty="0" err="1"/>
              <a:t>Articoli</a:t>
            </a:r>
            <a:r>
              <a:rPr dirty="0"/>
              <a:t> </a:t>
            </a:r>
            <a:r>
              <a:rPr dirty="0" err="1"/>
              <a:t>scientifici</a:t>
            </a:r>
            <a:r>
              <a:rPr dirty="0"/>
              <a:t> con </a:t>
            </a:r>
            <a:r>
              <a:rPr dirty="0" err="1"/>
              <a:t>tabelle</a:t>
            </a:r>
            <a:r>
              <a:rPr dirty="0"/>
              <a:t> e figure come </a:t>
            </a:r>
            <a:r>
              <a:rPr dirty="0" err="1"/>
              <a:t>oggetti</a:t>
            </a:r>
            <a:r>
              <a:rPr dirty="0"/>
              <a:t> di prima </a:t>
            </a:r>
            <a:r>
              <a:rPr dirty="0" err="1"/>
              <a:t>classe</a:t>
            </a:r>
            <a:endParaRPr dirty="0"/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52656937-2488-9534-9B0C-FFB8608117F6}"/>
              </a:ext>
            </a:extLst>
          </p:cNvPr>
          <p:cNvSpPr txBox="1"/>
          <p:nvPr/>
        </p:nvSpPr>
        <p:spPr>
          <a:xfrm>
            <a:off x="191966" y="5528896"/>
            <a:ext cx="8229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333333"/>
                </a:solidFill>
              </a:defRPr>
            </a:pPr>
            <a:r>
              <a:rPr lang="it-IT" sz="2000" dirty="0" err="1"/>
              <a:t>Homework</a:t>
            </a:r>
            <a:r>
              <a:rPr lang="it-IT" sz="2000" dirty="0"/>
              <a:t> 5 di Ingegneria dei dati 2026/2026</a:t>
            </a:r>
            <a:br>
              <a:rPr lang="it-IT" sz="2000" dirty="0"/>
            </a:br>
            <a:r>
              <a:rPr lang="it-IT" sz="2000" dirty="0"/>
              <a:t>Alessio Mordini</a:t>
            </a:r>
            <a:endParaRPr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515125" y="1153572"/>
            <a:ext cx="2400300" cy="446116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000" b="1">
                <a:solidFill>
                  <a:srgbClr val="FFFFFF"/>
                </a:solidFill>
              </a:defRPr>
            </a:pPr>
            <a:r>
              <a:rPr lang="en-US" sz="4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Obiettivi del Progetto</a:t>
            </a:r>
          </a:p>
        </p:txBody>
      </p:sp>
      <p:sp>
        <p:nvSpPr>
          <p:cNvPr id="7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335481" y="591344"/>
            <a:ext cx="5179868" cy="55856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333333"/>
                </a:solidFill>
              </a:defRPr>
            </a:pPr>
            <a:r>
              <a:rPr lang="en-US"/>
              <a:t>🎯 Sviluppare un sistema di IR per articoli scientifici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333333"/>
                </a:solidFill>
              </a:defRPr>
            </a:pPr>
            <a:r>
              <a:rPr lang="en-US"/>
              <a:t>🎯 Trattare tabelle e figure come oggetti di ricerca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333333"/>
                </a:solidFill>
              </a:defRPr>
            </a:pPr>
            <a:r>
              <a:rPr lang="en-US"/>
              <a:t>🎯 Due varianti: arXiv e PubMed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333333"/>
                </a:solidFill>
              </a:defRPr>
            </a:pPr>
            <a:r>
              <a:rPr lang="en-US"/>
              <a:t>🎯 Pipeline completa: scraping → indicizzazione → estrazione → indicizzazione avanzata → ricerca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333333"/>
                </a:solidFill>
              </a:defRPr>
            </a:pPr>
            <a:r>
              <a:rPr lang="en-US"/>
              <a:t>🎯 Interfacce CLI e Web per ricerca multi-livello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515125" y="1153572"/>
            <a:ext cx="2400300" cy="446116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000" b="1">
                <a:solidFill>
                  <a:srgbClr val="FFFFFF"/>
                </a:solidFill>
              </a:defRPr>
            </a:pPr>
            <a:r>
              <a:rPr lang="en-US" sz="32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Motivazioni</a:t>
            </a:r>
            <a:r>
              <a:rPr lang="en-US" sz="3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2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Scientifiche</a:t>
            </a:r>
            <a:endParaRPr lang="en-US" sz="32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335481" y="591344"/>
            <a:ext cx="5179868" cy="55856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333333"/>
                </a:solidFill>
              </a:defRPr>
            </a:pPr>
            <a:r>
              <a:rPr lang="en-US"/>
              <a:t>📊 Tabelle e figure contengono informazioni dense e strutturate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333333"/>
                </a:solidFill>
              </a:defRPr>
            </a:pPr>
            <a:r>
              <a:rPr lang="en-US"/>
              <a:t>📊 Difficili da recuperare con ricerche testuali tradizionali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333333"/>
                </a:solidFill>
              </a:defRPr>
            </a:pPr>
            <a:r>
              <a:rPr lang="en-US"/>
              <a:t>✅ Maggiore precisione nel recupero di dati sperimentali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333333"/>
                </a:solidFill>
              </a:defRPr>
            </a:pPr>
            <a:r>
              <a:rPr lang="en-US"/>
              <a:t>✅ Identificazione rapida di risultati quantitativi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333333"/>
                </a:solidFill>
              </a:defRPr>
            </a:pPr>
            <a:r>
              <a:rPr lang="en-US"/>
              <a:t>✅ Confronto cross-paper di metodologie e risultati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515125" y="1153572"/>
            <a:ext cx="2400300" cy="446116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000" b="1">
                <a:solidFill>
                  <a:srgbClr val="FFFFFF"/>
                </a:solidFill>
              </a:defRPr>
            </a:pPr>
            <a:r>
              <a:rPr lang="en-US" sz="32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Architettura</a:t>
            </a:r>
            <a:r>
              <a:rPr lang="en-US" sz="3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del Sistema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335481" y="591344"/>
            <a:ext cx="5179868" cy="55856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333333"/>
                </a:solidFill>
              </a:defRPr>
            </a:pPr>
            <a:r>
              <a:rPr lang="en-US"/>
              <a:t>1️⃣ Scraping: acquisizione corpus da repositori pubbliche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333333"/>
                </a:solidFill>
              </a:defRPr>
            </a:pPr>
            <a:r>
              <a:rPr lang="en-US"/>
              <a:t>2️⃣ Indexing: indicizzazione tramite Apache Lucene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333333"/>
                </a:solidFill>
              </a:defRPr>
            </a:pPr>
            <a:r>
              <a:rPr lang="en-US"/>
              <a:t>3️⃣ Extraction: estrazione di tabelle e figure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333333"/>
                </a:solidFill>
              </a:defRPr>
            </a:pPr>
            <a:r>
              <a:rPr lang="en-US"/>
              <a:t>4️⃣ Searching: interfacce CLI e Web UI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333333"/>
                </a:solidFill>
              </a:defRPr>
            </a:pPr>
            <a:r>
              <a:rPr lang="en-US"/>
              <a:t>✨ Architettura modulare e riutilizzabile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515125" y="1153572"/>
            <a:ext cx="2400300" cy="446116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000" b="1">
                <a:solidFill>
                  <a:srgbClr val="FFFFFF"/>
                </a:solidFill>
              </a:defRPr>
            </a:pPr>
            <a:r>
              <a:rPr lang="en-US" sz="4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Scraping da </a:t>
            </a:r>
            <a:r>
              <a:rPr lang="en-US" sz="44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arXiv</a:t>
            </a:r>
            <a:r>
              <a:rPr lang="en-US" sz="4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Progetto5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335481" y="591344"/>
            <a:ext cx="5179868" cy="55856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333333"/>
                </a:solidFill>
              </a:defRPr>
            </a:pPr>
            <a:r>
              <a:rPr lang="en-US"/>
              <a:t>🔍 API Atom Feed di arXiv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333333"/>
                </a:solidFill>
              </a:defRPr>
            </a:pPr>
            <a:r>
              <a:rPr lang="en-US"/>
              <a:t>query: 'Query processing' OR 'Query optimization'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333333"/>
                </a:solidFill>
              </a:defRPr>
            </a:pPr>
            <a:r>
              <a:rPr lang="en-US"/>
              <a:t>📥 Download HTML completamente renderizzato da ar5iv.org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333333"/>
                </a:solidFill>
              </a:defRPr>
            </a:pPr>
            <a:r>
              <a:rPr lang="en-US"/>
              <a:t>⏱️ Rate limiting: 3 req/sec (350ms throttle)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333333"/>
                </a:solidFill>
              </a:defRPr>
            </a:pPr>
            <a:r>
              <a:rPr lang="en-US"/>
              <a:t>📊 Risultati: 1.125 articoli, 749 MB, tempo ~9 minuti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515125" y="1153572"/>
            <a:ext cx="2400300" cy="446116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000" b="1">
                <a:solidFill>
                  <a:srgbClr val="FFFFFF"/>
                </a:solidFill>
              </a:defRPr>
            </a:pPr>
            <a:r>
              <a:rPr lang="en-US" sz="4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Scraping da PubMed </a:t>
            </a:r>
            <a:r>
              <a:rPr lang="en-US" sz="3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Progetto5.1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335481" y="591344"/>
            <a:ext cx="5179868" cy="55856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333333"/>
                </a:solidFill>
              </a:defRPr>
            </a:pPr>
            <a:r>
              <a:rPr lang="en-US"/>
              <a:t>🔍 E-utilities API di NCBI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333333"/>
                </a:solidFill>
              </a:defRPr>
            </a:pPr>
            <a:r>
              <a:rPr lang="en-US"/>
              <a:t>query: 'cancer risk' AND 'coffee consumption'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333333"/>
                </a:solidFill>
              </a:defRPr>
            </a:pPr>
            <a:r>
              <a:rPr lang="en-US"/>
              <a:t>📂 Solo articoli open access (PMC)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333333"/>
                </a:solidFill>
              </a:defRPr>
            </a:pPr>
            <a:r>
              <a:rPr lang="en-US"/>
              <a:t>⏱️ Rate limiting: 3 req/sec (350ms throttle)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333333"/>
                </a:solidFill>
              </a:defRPr>
            </a:pPr>
            <a:r>
              <a:rPr lang="en-US"/>
              <a:t>📊 Risultati: 500 articoli, 153 MB, tempo ~6 minuti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333333"/>
                </a:solidFill>
              </a:defRPr>
            </a:pPr>
            <a:r>
              <a:rPr lang="en-US"/>
              <a:t>📅 Articoli: 2020-2025 (recenti)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515125" y="1153572"/>
            <a:ext cx="2400300" cy="446116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000" b="1">
                <a:solidFill>
                  <a:srgbClr val="FFFFFF"/>
                </a:solidFill>
              </a:defRPr>
            </a:pP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Schema di</a:t>
            </a:r>
            <a:r>
              <a:rPr lang="en-US" sz="4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8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Indicizzazione</a:t>
            </a:r>
            <a:endParaRPr lang="en-US" sz="28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335481" y="591344"/>
            <a:ext cx="5179868" cy="55856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333333"/>
                </a:solidFill>
              </a:defRPr>
            </a:pPr>
            <a:r>
              <a:rPr lang="en-US"/>
              <a:t>📄 Campi indicizzati: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333333"/>
                </a:solidFill>
              </a:defRPr>
            </a:pPr>
            <a:r>
              <a:rPr lang="en-US"/>
              <a:t>  • fileName, title, authors, date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333333"/>
                </a:solidFill>
              </a:defRPr>
            </a:pPr>
            <a:r>
              <a:rPr lang="en-US"/>
              <a:t>  • abstract, fulltext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333333"/>
                </a:solidFill>
              </a:defRPr>
            </a:pPr>
            <a:r>
              <a:rPr lang="en-US"/>
              <a:t>🔧 Analyzer multilingue: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333333"/>
                </a:solidFill>
              </a:defRPr>
            </a:pPr>
            <a:r>
              <a:rPr lang="en-US"/>
              <a:t>  • English Analyzer per testi lunghi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333333"/>
                </a:solidFill>
              </a:defRPr>
            </a:pPr>
            <a:r>
              <a:rPr lang="en-US"/>
              <a:t>  • Custom Analyzer per title e authors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333333"/>
                </a:solidFill>
              </a:defRPr>
            </a:pPr>
            <a:r>
              <a:rPr lang="en-US"/>
              <a:t>  • StringField per match esatto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515125" y="1153572"/>
            <a:ext cx="2400300" cy="446116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000" b="1">
                <a:solidFill>
                  <a:srgbClr val="FFFFFF"/>
                </a:solidFill>
              </a:defRPr>
            </a:pPr>
            <a:r>
              <a:rPr lang="en-US" sz="4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Estrazione</a:t>
            </a:r>
            <a:r>
              <a:rPr lang="en-US" sz="4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4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Tabelle</a:t>
            </a:r>
            <a:endParaRPr lang="en-US" sz="44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335481" y="591344"/>
            <a:ext cx="5179868" cy="55856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333333"/>
                </a:solidFill>
              </a:defRPr>
            </a:pPr>
            <a:r>
              <a:rPr lang="en-US"/>
              <a:t>1️⃣ Identificazione tramite tag HTML &lt;table&gt;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333333"/>
                </a:solidFill>
              </a:defRPr>
            </a:pPr>
            <a:r>
              <a:rPr lang="en-US"/>
              <a:t>2️⃣ Estrazione caption e body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333333"/>
                </a:solidFill>
              </a:defRPr>
            </a:pPr>
            <a:r>
              <a:rPr lang="en-US"/>
              <a:t>3️⃣ Identificazione menzioni nei paragrafi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333333"/>
                </a:solidFill>
              </a:defRPr>
            </a:pPr>
            <a:r>
              <a:rPr lang="en-US"/>
              <a:t>4️⃣ Estrazione contesto da paragrafi correlati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333333"/>
                </a:solidFill>
              </a:defRPr>
            </a:pPr>
            <a:r>
              <a:rPr lang="en-US"/>
              <a:t>📊 ArXiv: 2.986 tabelle | PubMed: 1.542 tabelle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333333"/>
                </a:solidFill>
              </a:defRPr>
            </a:pPr>
            <a:r>
              <a:rPr lang="en-US"/>
              <a:t>📁 Output: JSON per paper (paperId_tables.json)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515125" y="1153572"/>
            <a:ext cx="2400300" cy="446116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000" b="1">
                <a:solidFill>
                  <a:srgbClr val="FFFFFF"/>
                </a:solidFill>
              </a:defRPr>
            </a:pPr>
            <a:r>
              <a:rPr lang="en-US" sz="4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Estrazione</a:t>
            </a:r>
            <a:r>
              <a:rPr lang="en-US" sz="4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Figure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335481" y="591344"/>
            <a:ext cx="5179868" cy="55856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333333"/>
                </a:solidFill>
              </a:defRPr>
            </a:pPr>
            <a:r>
              <a:rPr lang="en-US"/>
              <a:t>1️⃣ Identificazione tramite &lt;figure&gt;, &lt;img&gt;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333333"/>
                </a:solidFill>
              </a:defRPr>
            </a:pPr>
            <a:r>
              <a:rPr lang="en-US"/>
              <a:t>2️⃣ Estrazione URL immagine e caption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333333"/>
                </a:solidFill>
              </a:defRPr>
            </a:pPr>
            <a:r>
              <a:rPr lang="en-US"/>
              <a:t>3️⃣ Identificazione menzioni nei paragrafi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333333"/>
                </a:solidFill>
              </a:defRPr>
            </a:pPr>
            <a:r>
              <a:rPr lang="en-US"/>
              <a:t>🖼️ ArXiv: 14.898 figure | PubMed: 1.817 figure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333333"/>
                </a:solidFill>
              </a:defRPr>
            </a:pPr>
            <a:r>
              <a:rPr lang="en-US"/>
              <a:t>📁 Output: JSON per paper (paperId_figures.json)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515125" y="1153572"/>
            <a:ext cx="2400300" cy="446116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000" b="1">
                <a:solidFill>
                  <a:srgbClr val="FFFFFF"/>
                </a:solidFill>
              </a:defRPr>
            </a:pPr>
            <a:r>
              <a:rPr lang="en-US" sz="4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Interfacce</a:t>
            </a: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di </a:t>
            </a:r>
            <a:r>
              <a:rPr lang="en-US" sz="4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Ricerca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335481" y="591344"/>
            <a:ext cx="5179868" cy="55856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333333"/>
                </a:solidFill>
              </a:defRPr>
            </a:pPr>
            <a:r>
              <a:rPr lang="en-US"/>
              <a:t>🖥️ CLI (Command Line Interface):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333333"/>
                </a:solidFill>
              </a:defRPr>
            </a:pPr>
            <a:r>
              <a:rPr lang="en-US"/>
              <a:t>  • Input interattivo da console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333333"/>
                </a:solidFill>
              </a:defRPr>
            </a:pPr>
            <a:r>
              <a:rPr lang="en-US"/>
              <a:t>  • Sintassi Lucene completa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333333"/>
                </a:solidFill>
              </a:defRPr>
            </a:pPr>
            <a:r>
              <a:rPr lang="en-US"/>
              <a:t>🌐 Web UI: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333333"/>
                </a:solidFill>
              </a:defRPr>
            </a:pPr>
            <a:r>
              <a:rPr lang="en-US"/>
              <a:t>  • Interfaccia form-based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333333"/>
                </a:solidFill>
              </a:defRPr>
            </a:pPr>
            <a:r>
              <a:rPr lang="en-US"/>
              <a:t>  • Ranking BM25 di default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333333"/>
                </a:solidFill>
              </a:defRPr>
            </a:pPr>
            <a:r>
              <a:rPr lang="en-US"/>
              <a:t>📊 Ricerca su documenti, tabelle, figure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515125" y="1153572"/>
            <a:ext cx="2400300" cy="446116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000" b="1">
                <a:solidFill>
                  <a:srgbClr val="FFFFFF"/>
                </a:solidFill>
              </a:defRPr>
            </a:pPr>
            <a:r>
              <a:rPr lang="en-US" sz="32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Metriche</a:t>
            </a:r>
            <a:r>
              <a:rPr lang="en-US" sz="3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Quantitative</a:t>
            </a:r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393831" y="3072912"/>
            <a:ext cx="5121518" cy="31040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600">
                <a:solidFill>
                  <a:srgbClr val="333333"/>
                </a:solidFill>
              </a:defRPr>
            </a:pPr>
            <a:r>
              <a:rPr lang="en-US" sz="1600" dirty="0"/>
              <a:t>PROGETTO 5 (</a:t>
            </a:r>
            <a:r>
              <a:rPr lang="en-US" sz="1600" dirty="0" err="1"/>
              <a:t>arXiv</a:t>
            </a:r>
            <a:r>
              <a:rPr lang="en-US" sz="1600" dirty="0"/>
              <a:t>)</a:t>
            </a:r>
          </a:p>
          <a:p>
            <a:pPr indent="-228600" defTabSz="91440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600">
                <a:solidFill>
                  <a:srgbClr val="333333"/>
                </a:solidFill>
              </a:defRPr>
            </a:pPr>
            <a:r>
              <a:rPr lang="en-US" sz="1600" dirty="0"/>
              <a:t>📄 </a:t>
            </a:r>
            <a:r>
              <a:rPr lang="en-US" sz="1600" dirty="0" err="1"/>
              <a:t>Documenti</a:t>
            </a:r>
            <a:r>
              <a:rPr lang="en-US" sz="1600" dirty="0"/>
              <a:t>: 1.125</a:t>
            </a:r>
          </a:p>
          <a:p>
            <a:pPr indent="-228600" defTabSz="91440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600">
                <a:solidFill>
                  <a:srgbClr val="333333"/>
                </a:solidFill>
              </a:defRPr>
            </a:pPr>
            <a:r>
              <a:rPr lang="en-US" sz="1600" dirty="0"/>
              <a:t>📊 </a:t>
            </a:r>
            <a:r>
              <a:rPr lang="en-US" sz="1600" dirty="0" err="1"/>
              <a:t>Tabelle</a:t>
            </a:r>
            <a:r>
              <a:rPr lang="en-US" sz="1600" dirty="0"/>
              <a:t>: 2.986</a:t>
            </a:r>
          </a:p>
          <a:p>
            <a:pPr indent="-228600" defTabSz="91440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600">
                <a:solidFill>
                  <a:srgbClr val="333333"/>
                </a:solidFill>
              </a:defRPr>
            </a:pPr>
            <a:r>
              <a:rPr lang="en-US" sz="1600" dirty="0"/>
              <a:t>🖼️ Figure: 14.898</a:t>
            </a:r>
          </a:p>
          <a:p>
            <a:pPr indent="-228600" defTabSz="91440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600">
                <a:solidFill>
                  <a:srgbClr val="333333"/>
                </a:solidFill>
              </a:defRPr>
            </a:pPr>
            <a:r>
              <a:rPr lang="en-US" sz="1600" dirty="0"/>
              <a:t>💾 Corpus: 749 MB</a:t>
            </a:r>
          </a:p>
          <a:p>
            <a:pPr indent="-228600" defTabSz="91440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600">
                <a:solidFill>
                  <a:srgbClr val="333333"/>
                </a:solidFill>
              </a:defRPr>
            </a:pPr>
            <a:r>
              <a:rPr lang="en-US" sz="1600" dirty="0"/>
              <a:t>⚡ Tempo: ~9 </a:t>
            </a:r>
            <a:r>
              <a:rPr lang="en-US" sz="1600" dirty="0" err="1"/>
              <a:t>minuti</a:t>
            </a:r>
            <a:endParaRPr lang="en-US" sz="1600" dirty="0"/>
          </a:p>
        </p:txBody>
      </p:sp>
      <p:sp>
        <p:nvSpPr>
          <p:cNvPr id="4" name="TextBox 3"/>
          <p:cNvSpPr txBox="1"/>
          <p:nvPr/>
        </p:nvSpPr>
        <p:spPr>
          <a:xfrm>
            <a:off x="3351134" y="1017830"/>
            <a:ext cx="3931920" cy="20826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rPr lang="it-IT" sz="1600" dirty="0"/>
              <a:t>PROGETTO 5.1 (</a:t>
            </a:r>
            <a:r>
              <a:rPr lang="it-IT" sz="1600" dirty="0" err="1"/>
              <a:t>PubMed</a:t>
            </a:r>
            <a:r>
              <a:rPr lang="it-IT" sz="1600" dirty="0"/>
              <a:t>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rPr lang="it-IT" sz="1600" dirty="0"/>
              <a:t>📄 Documenti: 500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rPr lang="it-IT" sz="1600" dirty="0"/>
              <a:t>📊 Tabelle: 1.542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rPr lang="it-IT" sz="1600" dirty="0"/>
              <a:t>🖼️ Figure: 1.817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rPr lang="it-IT" sz="1600" dirty="0"/>
              <a:t>💾 Corpus: 153 MB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rPr lang="it-IT" sz="1600" dirty="0"/>
              <a:t>⚡ Tempo: ~6 minuti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515125" y="1153572"/>
            <a:ext cx="2400300" cy="446116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000" b="1">
                <a:solidFill>
                  <a:srgbClr val="FFFFFF"/>
                </a:solidFill>
              </a:defRPr>
            </a:pPr>
            <a:r>
              <a:rPr lang="en-US" sz="36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Dimensioni</a:t>
            </a:r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degli </a:t>
            </a:r>
            <a:r>
              <a:rPr lang="en-US" sz="36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Indici</a:t>
            </a:r>
            <a:endParaRPr lang="en-US" sz="3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335481" y="591344"/>
            <a:ext cx="5179868" cy="55856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333333"/>
                </a:solidFill>
              </a:defRPr>
            </a:pPr>
            <a:r>
              <a:rPr lang="en-US"/>
              <a:t>📦 ArXiv: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333333"/>
                </a:solidFill>
              </a:defRPr>
            </a:pPr>
            <a:r>
              <a:rPr lang="en-US"/>
              <a:t>  • Indice documenti: 53 MB (7% del corpus)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333333"/>
                </a:solidFill>
              </a:defRPr>
            </a:pPr>
            <a:r>
              <a:rPr lang="en-US"/>
              <a:t>  • Indice tabelle: 122 MB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333333"/>
                </a:solidFill>
              </a:defRPr>
            </a:pPr>
            <a:r>
              <a:rPr lang="en-US"/>
              <a:t>  • Indice figure: 7 MB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333333"/>
                </a:solidFill>
              </a:defRPr>
            </a:pPr>
            <a:r>
              <a:rPr lang="en-US"/>
              <a:t>📦 PubMed: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333333"/>
                </a:solidFill>
              </a:defRPr>
            </a:pPr>
            <a:r>
              <a:rPr lang="en-US"/>
              <a:t>  • Indice documenti: 48 MB (31% del corpus)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333333"/>
                </a:solidFill>
              </a:defRPr>
            </a:pPr>
            <a:r>
              <a:rPr lang="en-US"/>
              <a:t>  • Indice tabelle: 68 MB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333333"/>
                </a:solidFill>
              </a:defRPr>
            </a:pPr>
            <a:r>
              <a:rPr lang="en-US"/>
              <a:t>  • Indice figure: 13 MB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515125" y="1153572"/>
            <a:ext cx="2400300" cy="446116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000" b="1">
                <a:solidFill>
                  <a:srgbClr val="FFFFFF"/>
                </a:solidFill>
              </a:defRPr>
            </a:pPr>
            <a:r>
              <a:rPr lang="en-US" sz="44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Punti</a:t>
            </a:r>
            <a:r>
              <a:rPr lang="en-US" sz="4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di Forza 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335481" y="591344"/>
            <a:ext cx="5179868" cy="55856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333333"/>
                </a:solidFill>
              </a:defRPr>
            </a:pPr>
            <a:r>
              <a:rPr lang="en-US"/>
              <a:t>✨ Modulare: ogni fase indipendente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333333"/>
                </a:solidFill>
              </a:defRPr>
            </a:pPr>
            <a:r>
              <a:rPr lang="en-US"/>
              <a:t>⚡ Veloce: indicizzazione e ricerca rapide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333333"/>
                </a:solidFill>
              </a:defRPr>
            </a:pPr>
            <a:r>
              <a:rPr lang="en-US"/>
              <a:t>🔧 Flessibile: analyzer modificabili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333333"/>
                </a:solidFill>
              </a:defRPr>
            </a:pPr>
            <a:r>
              <a:rPr lang="en-US"/>
              <a:t>👥 User-friendly: interfaccia web intuitiva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333333"/>
                </a:solidFill>
              </a:defRPr>
            </a:pPr>
            <a:r>
              <a:rPr lang="en-US"/>
              <a:t>📈 Scalabile: gestisce milioni di documenti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457200" y="1153572"/>
            <a:ext cx="2523391" cy="446116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000" b="1">
                <a:solidFill>
                  <a:srgbClr val="FFFFFF"/>
                </a:solidFill>
              </a:defRPr>
            </a:pPr>
            <a:r>
              <a:rPr lang="en-US" sz="4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Limitazioni</a:t>
            </a: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Osservate</a:t>
            </a: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335481" y="591344"/>
            <a:ext cx="5179868" cy="55856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333333"/>
                </a:solidFill>
              </a:defRPr>
            </a:pPr>
            <a:r>
              <a:rPr lang="en-US"/>
              <a:t>🔴 Tabelle complesse perdono struttura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333333"/>
                </a:solidFill>
              </a:defRPr>
            </a:pPr>
            <a:r>
              <a:rPr lang="en-US"/>
              <a:t>🔴 Formule LaTeX non sempre convertite bene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333333"/>
                </a:solidFill>
              </a:defRPr>
            </a:pPr>
            <a:r>
              <a:rPr lang="en-US"/>
              <a:t>🔴 Termini tecnici possono generare rumore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333333"/>
                </a:solidFill>
              </a:defRPr>
            </a:pPr>
            <a:r>
              <a:rPr lang="en-US"/>
              <a:t>🔴 Rate limiting (3 req/sec)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333333"/>
                </a:solidFill>
              </a:defRPr>
            </a:pPr>
            <a:r>
              <a:rPr lang="en-US"/>
              <a:t>💡 Soluzioni: parallelizzazione, miglior parsing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515125" y="1153572"/>
            <a:ext cx="2400300" cy="446116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000" b="1">
                <a:solidFill>
                  <a:srgbClr val="FFFFFF"/>
                </a:solidFill>
              </a:defRPr>
            </a:pPr>
            <a:r>
              <a:rPr lang="en-US" sz="4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Confronto</a:t>
            </a: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tra</a:t>
            </a: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</a:t>
            </a: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Domini</a:t>
            </a:r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335481" y="591344"/>
            <a:ext cx="5179868" cy="55856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600">
                <a:solidFill>
                  <a:srgbClr val="333333"/>
                </a:solidFill>
              </a:defRPr>
            </a:pPr>
            <a:r>
              <a:rPr lang="en-US" sz="1600"/>
              <a:t>arXiv (Tecnico)</a:t>
            </a:r>
          </a:p>
          <a:p>
            <a:pPr indent="-228600" defTabSz="91440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600">
                <a:solidFill>
                  <a:srgbClr val="333333"/>
                </a:solidFill>
              </a:defRPr>
            </a:pPr>
            <a:r>
              <a:rPr lang="en-US" sz="1600"/>
              <a:t>🔬 Notazioni matematiche complesse</a:t>
            </a:r>
          </a:p>
          <a:p>
            <a:pPr indent="-228600" defTabSz="91440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600">
                <a:solidFill>
                  <a:srgbClr val="333333"/>
                </a:solidFill>
              </a:defRPr>
            </a:pPr>
            <a:r>
              <a:rPr lang="en-US" sz="1600"/>
              <a:t>📊 Tabelle di benchmark</a:t>
            </a:r>
          </a:p>
          <a:p>
            <a:pPr indent="-228600" defTabSz="91440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600">
                <a:solidFill>
                  <a:srgbClr val="333333"/>
                </a:solidFill>
              </a:defRPr>
            </a:pPr>
            <a:r>
              <a:rPr lang="en-US" sz="1600"/>
              <a:t>📈 Grafici e diagrammi</a:t>
            </a:r>
          </a:p>
          <a:p>
            <a:pPr indent="-228600" defTabSz="91440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600">
                <a:solidFill>
                  <a:srgbClr val="333333"/>
                </a:solidFill>
              </a:defRPr>
            </a:pPr>
            <a:r>
              <a:rPr lang="en-US" sz="1600"/>
              <a:t>📚 Alta terminologia specialistica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097280"/>
            <a:ext cx="3931920" cy="1733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rPr lang="it-IT" sz="1600"/>
              <a:t>PubMed (Clinico)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rPr lang="it-IT" sz="1600"/>
              <a:t>💊 Evidenze cliniche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rPr lang="it-IT" sz="1600"/>
              <a:t>📋 Tabelle omogenee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rPr lang="it-IT" sz="1600"/>
              <a:t>📊 Dati strutturati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rPr lang="it-IT" sz="1600"/>
              <a:t>🏥 Acronimi medici frequenti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515125" y="1153572"/>
            <a:ext cx="2400300" cy="446116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000" b="1">
                <a:solidFill>
                  <a:srgbClr val="FFFFFF"/>
                </a:solidFill>
              </a:defRPr>
            </a:pPr>
            <a:r>
              <a:rPr lang="en-US" sz="36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Conclusioni</a:t>
            </a:r>
            <a:endParaRPr lang="en-US" sz="3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335481" y="591344"/>
            <a:ext cx="5179868" cy="55856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333333"/>
                </a:solidFill>
              </a:defRPr>
            </a:pPr>
            <a:r>
              <a:rPr lang="en-US"/>
              <a:t>✅ Fattibilità confermata di un sistema IR avanzato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333333"/>
                </a:solidFill>
              </a:defRPr>
            </a:pPr>
            <a:r>
              <a:rPr lang="en-US"/>
              <a:t>✅ Tabelle e figure come entità di 1ª classe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333333"/>
                </a:solidFill>
              </a:defRPr>
            </a:pPr>
            <a:r>
              <a:rPr lang="en-US"/>
              <a:t>📈 Migliora precision e recall rispetto a ricerca testuale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333333"/>
                </a:solidFill>
              </a:defRPr>
            </a:pPr>
            <a:r>
              <a:rPr lang="en-US"/>
              <a:t>🎯 Utile per estrazione di dati tecnici precisi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333333"/>
                </a:solidFill>
              </a:defRPr>
            </a:pPr>
            <a:r>
              <a:rPr lang="en-US"/>
              <a:t>🚀 Applicazioni: aggregazione, confronto, monitoraggio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1F4E79"/>
                </a:solidFill>
              </a:defRPr>
            </a:pPr>
            <a:r>
              <a:t>Grazie!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333333"/>
                </a:solidFill>
              </a:defRPr>
            </a:pPr>
            <a:r>
              <a:t>Domande?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727</Words>
  <Application>Microsoft Office PowerPoint</Application>
  <PresentationFormat>Presentazione su schermo (4:3)</PresentationFormat>
  <Paragraphs>116</Paragraphs>
  <Slides>17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Alessio Mordini</cp:lastModifiedBy>
  <cp:revision>1</cp:revision>
  <dcterms:created xsi:type="dcterms:W3CDTF">2013-01-27T09:14:16Z</dcterms:created>
  <dcterms:modified xsi:type="dcterms:W3CDTF">2026-02-08T19:37:45Z</dcterms:modified>
  <cp:category/>
</cp:coreProperties>
</file>